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41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1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840480" y="0"/>
            <a:ext cx="1097280" cy="514350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51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1051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1051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1051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1051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1051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1051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8288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18288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6060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4760" y="26060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3832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94760" y="33832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160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160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80160" y="4160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4160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0" y="4160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88920" y="4160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0" y="4160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94760" y="41605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" y="1186434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VRINDA</a:t>
            </a:r>
            <a:endParaRPr lang="en-US" sz="6000" dirty="0"/>
          </a:p>
        </p:txBody>
      </p:sp>
      <p:sp>
        <p:nvSpPr>
          <p:cNvPr id="53" name="Text 51"/>
          <p:cNvSpPr/>
          <p:nvPr/>
        </p:nvSpPr>
        <p:spPr>
          <a:xfrm>
            <a:off x="548640" y="217398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500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ANALYTICS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420624" y="2769072"/>
            <a:ext cx="3029340" cy="45719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" y="2729484"/>
            <a:ext cx="3374136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MIS Solutions for</a:t>
            </a:r>
            <a:endParaRPr lang="en-US" sz="2000" dirty="0"/>
          </a:p>
          <a:p>
            <a:pPr marL="0" indent="0" algn="l">
              <a:buNone/>
            </a:pPr>
            <a:r>
              <a:rPr lang="en-US" sz="20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5029200" y="115816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Biswajeet</a:t>
            </a: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Prasad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502920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Microsoft Certified Data Analyst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029200" y="2514600"/>
            <a:ext cx="3200400" cy="274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502920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0080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6356195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77240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7782437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Reduced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257354" y="396621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vrindaaianalytics.vercel.app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Organizations Are Still Flying Blind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80744"/>
            <a:ext cx="274320" cy="2743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reporting — slow and error-prone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274320" cy="2743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47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report generation — hours or even days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274320" cy="2743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5694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departments with no sync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74320" cy="2743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91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— everyone has own version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274320" cy="2743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8130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visibility for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1097280"/>
            <a:ext cx="3749040" cy="3346704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Without Data: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1783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Slow decisions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29464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Revenue loss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28062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Operational inefficiency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331776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Missed opportunities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829329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Team frustration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solution?     A centralized, automated MIS system built for your business.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90627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Build Systems That Drive Decisions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38428"/>
            <a:ext cx="3977640" cy="15087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38428"/>
            <a:ext cx="73152" cy="1508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03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3030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Reports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70535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 on schedule — zero manual effort 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38428"/>
            <a:ext cx="3977640" cy="15087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38428"/>
            <a:ext cx="73152" cy="1508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03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13030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70535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accessible anywhere, anytime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0068"/>
            <a:ext cx="3977640" cy="15087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0068"/>
            <a:ext cx="73152" cy="1508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94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29946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3969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validated and centralized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0068"/>
            <a:ext cx="3977640" cy="15087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0068"/>
            <a:ext cx="73152" cy="1508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994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29946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Tracking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33969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across every department in one unified view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 raw data into clear, actionable business insights — delivered every morning.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93192" y="442926"/>
            <a:ext cx="8631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That Transform Data Into Decisions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3816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 &amp; monthly automated MIS reports — accurate and on 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SQL · Power BI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94760" y="1383643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real-time dashboards for instant visibility across departments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Tableau · Looker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4768" y="11887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192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39128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1928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 and structure raw data from ERP, CRM, or Excel sources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81928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 · Excel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319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254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Automation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from data extraction to formatted delivery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3192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Macros · Scheduler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9476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Reporting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delivery to management inbox every morning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SMTP · Scheduled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8192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739128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Management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81928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pipelines ensuring accuracy and consistency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81928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Google Sheets · ETL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431775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 Built Across 12+ Industries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490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Sales &amp; Retail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32304" y="123444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23744" y="1490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Marketing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08576" y="123444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0016" y="1490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Finance &amp; Banking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84848" y="123444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76288" y="1490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Supply Chain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242316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2679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Healthcare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32304" y="242316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23744" y="2679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E-commerce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08576" y="242316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0016" y="2679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84848" y="242316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76288" y="2679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Manufacturing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032" y="361188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38679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MIS / Business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32304" y="361188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23744" y="38679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Media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08576" y="361188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0016" y="38679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Food &amp; Restaurant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84848" y="3611880"/>
            <a:ext cx="201168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76288" y="38679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HR Analytics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combined into one centralized MIS system.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Raw Data to Management Insight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63040" y="2377440"/>
            <a:ext cx="274320" cy="36576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188720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" y="1920240"/>
            <a:ext cx="1188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1752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200" b="1" dirty="0"/>
          </a:p>
        </p:txBody>
      </p:sp>
      <p:sp>
        <p:nvSpPr>
          <p:cNvPr id="11" name="Text 9"/>
          <p:cNvSpPr/>
          <p:nvPr/>
        </p:nvSpPr>
        <p:spPr>
          <a:xfrm>
            <a:off x="320040" y="3090672"/>
            <a:ext cx="115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CRM, ERP &amp; custom sources</a:t>
            </a:r>
            <a:endParaRPr lang="en-US" sz="1100" b="1" dirty="0"/>
          </a:p>
        </p:txBody>
      </p:sp>
      <p:sp>
        <p:nvSpPr>
          <p:cNvPr id="12" name="Shape 10"/>
          <p:cNvSpPr/>
          <p:nvPr/>
        </p:nvSpPr>
        <p:spPr>
          <a:xfrm>
            <a:off x="2926080" y="2377440"/>
            <a:ext cx="274320" cy="36576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188720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64792" y="1920240"/>
            <a:ext cx="1188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64792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64792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&amp; Validation</a:t>
            </a:r>
            <a:endParaRPr lang="en-US" sz="1200" b="1" dirty="0"/>
          </a:p>
        </p:txBody>
      </p:sp>
      <p:sp>
        <p:nvSpPr>
          <p:cNvPr id="18" name="Text 16"/>
          <p:cNvSpPr/>
          <p:nvPr/>
        </p:nvSpPr>
        <p:spPr>
          <a:xfrm>
            <a:off x="1783080" y="3090672"/>
            <a:ext cx="115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point checked for accuracy</a:t>
            </a:r>
            <a:endParaRPr lang="en-US" sz="1100" b="1" dirty="0"/>
          </a:p>
        </p:txBody>
      </p:sp>
      <p:sp>
        <p:nvSpPr>
          <p:cNvPr id="19" name="Shape 17"/>
          <p:cNvSpPr/>
          <p:nvPr/>
        </p:nvSpPr>
        <p:spPr>
          <a:xfrm>
            <a:off x="4389120" y="2377440"/>
            <a:ext cx="274320" cy="36576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2152" y="1188720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27832" y="1920240"/>
            <a:ext cx="1188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27832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27832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Structuring</a:t>
            </a:r>
            <a:endParaRPr lang="en-US" sz="1200" b="1" dirty="0"/>
          </a:p>
        </p:txBody>
      </p:sp>
      <p:sp>
        <p:nvSpPr>
          <p:cNvPr id="25" name="Text 23"/>
          <p:cNvSpPr/>
          <p:nvPr/>
        </p:nvSpPr>
        <p:spPr>
          <a:xfrm>
            <a:off x="3246120" y="3090672"/>
            <a:ext cx="115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models for fast reporting</a:t>
            </a:r>
            <a:endParaRPr lang="en-US" sz="1100" b="1" dirty="0"/>
          </a:p>
        </p:txBody>
      </p:sp>
      <p:sp>
        <p:nvSpPr>
          <p:cNvPr id="26" name="Shape 24"/>
          <p:cNvSpPr/>
          <p:nvPr/>
        </p:nvSpPr>
        <p:spPr>
          <a:xfrm>
            <a:off x="5852160" y="2377440"/>
            <a:ext cx="274320" cy="36576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65192" y="1188720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90872" y="1920240"/>
            <a:ext cx="1188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90872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90872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 Reports</a:t>
            </a:r>
            <a:endParaRPr lang="en-US" sz="1200" b="1" dirty="0"/>
          </a:p>
        </p:txBody>
      </p:sp>
      <p:sp>
        <p:nvSpPr>
          <p:cNvPr id="32" name="Text 30"/>
          <p:cNvSpPr/>
          <p:nvPr/>
        </p:nvSpPr>
        <p:spPr>
          <a:xfrm>
            <a:off x="4709160" y="3090672"/>
            <a:ext cx="115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Formatted, branded &amp; decision-ready</a:t>
            </a:r>
            <a:endParaRPr lang="en-US" sz="1100" b="1" dirty="0"/>
          </a:p>
        </p:txBody>
      </p:sp>
      <p:sp>
        <p:nvSpPr>
          <p:cNvPr id="33" name="Shape 31"/>
          <p:cNvSpPr/>
          <p:nvPr/>
        </p:nvSpPr>
        <p:spPr>
          <a:xfrm>
            <a:off x="7315200" y="2377440"/>
            <a:ext cx="274320" cy="36576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8232" y="1188720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53912" y="1920240"/>
            <a:ext cx="1188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53912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153912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</a:t>
            </a:r>
            <a:endParaRPr lang="en-US" sz="1200" b="1" dirty="0"/>
          </a:p>
        </p:txBody>
      </p:sp>
      <p:sp>
        <p:nvSpPr>
          <p:cNvPr id="39" name="Text 37"/>
          <p:cNvSpPr/>
          <p:nvPr/>
        </p:nvSpPr>
        <p:spPr>
          <a:xfrm>
            <a:off x="6172200" y="3090672"/>
            <a:ext cx="115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Tableau, Looker Studio</a:t>
            </a:r>
            <a:endParaRPr lang="en-US" sz="1100" b="1" dirty="0"/>
          </a:p>
        </p:txBody>
      </p:sp>
      <p:sp>
        <p:nvSpPr>
          <p:cNvPr id="40" name="Shape 38"/>
          <p:cNvSpPr/>
          <p:nvPr/>
        </p:nvSpPr>
        <p:spPr>
          <a:xfrm>
            <a:off x="7891272" y="1188720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91272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616952" y="1920240"/>
            <a:ext cx="1188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616952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616952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200" b="1" dirty="0"/>
          </a:p>
        </p:txBody>
      </p:sp>
      <p:sp>
        <p:nvSpPr>
          <p:cNvPr id="45" name="Text 43"/>
          <p:cNvSpPr/>
          <p:nvPr/>
        </p:nvSpPr>
        <p:spPr>
          <a:xfrm>
            <a:off x="7635240" y="3090672"/>
            <a:ext cx="115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management on schedule</a:t>
            </a:r>
            <a:endParaRPr lang="en-US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Industry-Standard Tools &amp;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15544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92024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📗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2000" b="1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reporting &amp; dashboards</a:t>
            </a:r>
            <a:endParaRPr lang="en-US" sz="1200" b="1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1920240" cy="15544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34440"/>
            <a:ext cx="192024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1920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2000" b="1" dirty="0"/>
          </a:p>
        </p:txBody>
      </p:sp>
      <p:sp>
        <p:nvSpPr>
          <p:cNvPr id="14" name="Text 12"/>
          <p:cNvSpPr/>
          <p:nvPr/>
        </p:nvSpPr>
        <p:spPr>
          <a:xfrm>
            <a:off x="265176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1920240" cy="15544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34440"/>
            <a:ext cx="192024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1920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</a:t>
            </a:r>
            <a:endParaRPr lang="en-US" sz="2000" b="1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00" b="1" dirty="0"/>
          </a:p>
        </p:txBody>
      </p:sp>
      <p:sp>
        <p:nvSpPr>
          <p:cNvPr id="20" name="Shape 18"/>
          <p:cNvSpPr/>
          <p:nvPr/>
        </p:nvSpPr>
        <p:spPr>
          <a:xfrm>
            <a:off x="6766560" y="1234440"/>
            <a:ext cx="1920240" cy="15544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34440"/>
            <a:ext cx="192024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66560" y="1920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Looker Studio</a:t>
            </a:r>
            <a:endParaRPr lang="en-US" sz="2000" b="1" dirty="0"/>
          </a:p>
        </p:txBody>
      </p:sp>
      <p:sp>
        <p:nvSpPr>
          <p:cNvPr id="24" name="Text 22"/>
          <p:cNvSpPr/>
          <p:nvPr/>
        </p:nvSpPr>
        <p:spPr>
          <a:xfrm>
            <a:off x="685800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Google-powered BI</a:t>
            </a:r>
            <a:endParaRPr lang="en-US" sz="1200" b="1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1920240" cy="15544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63240"/>
            <a:ext cx="192024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</a:t>
            </a:r>
            <a:endParaRPr lang="en-US" sz="2000" b="1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&amp; structuring</a:t>
            </a:r>
            <a:endParaRPr lang="en-US" sz="1200" b="1" dirty="0"/>
          </a:p>
        </p:txBody>
      </p:sp>
      <p:sp>
        <p:nvSpPr>
          <p:cNvPr id="30" name="Shape 28"/>
          <p:cNvSpPr/>
          <p:nvPr/>
        </p:nvSpPr>
        <p:spPr>
          <a:xfrm>
            <a:off x="2560320" y="3063240"/>
            <a:ext cx="1920240" cy="15544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0" y="3063240"/>
            <a:ext cx="192024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56032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2000" b="1" dirty="0"/>
          </a:p>
        </p:txBody>
      </p:sp>
      <p:sp>
        <p:nvSpPr>
          <p:cNvPr id="34" name="Text 32"/>
          <p:cNvSpPr/>
          <p:nvPr/>
        </p:nvSpPr>
        <p:spPr>
          <a:xfrm>
            <a:off x="265176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processing</a:t>
            </a:r>
            <a:endParaRPr lang="en-US" sz="1100" b="1" dirty="0"/>
          </a:p>
        </p:txBody>
      </p:sp>
      <p:sp>
        <p:nvSpPr>
          <p:cNvPr id="35" name="Shape 33"/>
          <p:cNvSpPr/>
          <p:nvPr/>
        </p:nvSpPr>
        <p:spPr>
          <a:xfrm>
            <a:off x="4663440" y="3063240"/>
            <a:ext cx="1920240" cy="15544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063240"/>
            <a:ext cx="192024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66344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Sheets</a:t>
            </a:r>
            <a:endParaRPr lang="en-US" sz="2000" b="1" dirty="0"/>
          </a:p>
        </p:txBody>
      </p:sp>
      <p:sp>
        <p:nvSpPr>
          <p:cNvPr id="39" name="Text 37"/>
          <p:cNvSpPr/>
          <p:nvPr/>
        </p:nvSpPr>
        <p:spPr>
          <a:xfrm>
            <a:off x="475488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reporting</a:t>
            </a:r>
            <a:endParaRPr lang="en-US" sz="12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 vs. Hiring an MIS Analyst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60520" y="2103120"/>
            <a:ext cx="822960" cy="8229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605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657600" cy="3657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an MIS Analyst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Limited skillset — one person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Dependency &amp; single point of failure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Fixed cost: ₹40K–₹60K/month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Training &amp; onboarding required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Mostly manual, repetitive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scalability as you grow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1188720"/>
            <a:ext cx="3657600" cy="3657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VRINDA AI ANALYTICS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1828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Multi-skilled: Excel+SQL+BI+Python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systems — not manual 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Cost-effective &amp; flexible pricing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32004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to deploy — no training needed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36576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automated scalable pipelines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4114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Grows with your business — unlimited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Get When You Work With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965960" cy="1645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1965960" cy="640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965960" cy="1645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280160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417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468880" y="2240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Delivery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1965960" cy="1645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80160"/>
            <a:ext cx="196596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417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17720" y="2240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965960" cy="1645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280160"/>
            <a:ext cx="196596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766560" y="2240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209544"/>
            <a:ext cx="292608" cy="29260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1546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business visibility — management gets answers instantly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648456"/>
            <a:ext cx="292608" cy="29260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5935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 — no more waiting for manual reports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87368"/>
            <a:ext cx="292608" cy="29260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03250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efficiency across all departments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526280"/>
            <a:ext cx="292608" cy="29260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47141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cost savings vs hiring a full-time analyst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3200400" cy="429768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Biswajeet Prasad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0292" y="3593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Data Analyst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9913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⭐⭐⭐⭐⭐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5760" y="43754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 Industry Experience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502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Founder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31920" y="1068287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Microsoft-certified Data Analyst with 5+ years of hands-on industry experience building MIS systems, dashboards, and data pipelines for large-scale organizations.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0261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Worked With: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265176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0" y="2651760"/>
            <a:ext cx="64008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6517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Tata Steel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31920" y="324612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3246120"/>
            <a:ext cx="6400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3246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31920" y="384048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40480"/>
            <a:ext cx="64008" cy="47548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8404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Akshipi Solutions</a:t>
            </a:r>
            <a:endParaRPr lang="en-US" sz="1600" dirty="0"/>
          </a:p>
        </p:txBody>
      </p:sp>
      <p:pic>
        <p:nvPicPr>
          <p:cNvPr id="25" name="Picture 24" descr="A person in a suit&#10;&#10;AI-generated content may be incorrect.">
            <a:extLst>
              <a:ext uri="{FF2B5EF4-FFF2-40B4-BE49-F238E27FC236}">
                <a16:creationId xmlns:a16="http://schemas.microsoft.com/office/drawing/2014/main" id="{B28F7A2F-4B05-71F9-B62F-3FBFAA10B0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" t="15535" r="-282" b="-1490"/>
          <a:stretch/>
        </p:blipFill>
        <p:spPr>
          <a:xfrm>
            <a:off x="1112891" y="782508"/>
            <a:ext cx="1706137" cy="22670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21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474720" y="0"/>
            <a:ext cx="1097280" cy="514350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09728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09728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92024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92024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432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27432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27432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27432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27432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7432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56616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3891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43891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43891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7400" y="43891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51760" y="43891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46120" y="43891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258" y="602891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Your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 System</a:t>
            </a:r>
            <a:endParaRPr lang="en-US" sz="4000" dirty="0"/>
          </a:p>
        </p:txBody>
      </p:sp>
      <p:sp>
        <p:nvSpPr>
          <p:cNvPr id="41" name="Shape 39"/>
          <p:cNvSpPr/>
          <p:nvPr/>
        </p:nvSpPr>
        <p:spPr>
          <a:xfrm flipV="1">
            <a:off x="448725" y="2425585"/>
            <a:ext cx="2733387" cy="45719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" y="2931544"/>
            <a:ext cx="2980945" cy="132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don't just create reports —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build systems that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drive decisions."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663440" y="5212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In Touch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4663440" y="1417320"/>
            <a:ext cx="411480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09160" y="1417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5321808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21808" y="1764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vrindaaianalytics@gmail.com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663440" y="2665476"/>
            <a:ext cx="411480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09160" y="266547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321808" y="27294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WhatsApp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21808" y="30129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+91 6204829055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663440" y="3913632"/>
            <a:ext cx="411480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09160" y="391363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5321808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21808" y="4261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vrindaaianalytics.vercel.app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738</Words>
  <Application>Microsoft Office PowerPoint</Application>
  <PresentationFormat>On-screen Show (16:9)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VRINDA AI ANALYTICS</dc:title>
  <dc:subject>PptxGenJS Presentation</dc:subject>
  <dc:creator>Biswajeet Prasad</dc:creator>
  <cp:lastModifiedBy>BISWAJEET PRASAD</cp:lastModifiedBy>
  <cp:revision>3</cp:revision>
  <dcterms:created xsi:type="dcterms:W3CDTF">2026-03-26T08:50:36Z</dcterms:created>
  <dcterms:modified xsi:type="dcterms:W3CDTF">2026-03-26T18:18:33Z</dcterms:modified>
</cp:coreProperties>
</file>